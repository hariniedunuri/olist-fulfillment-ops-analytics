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6949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Fulfillment &amp;</a:t>
            </a:r>
            <a:endParaRPr lang="en-US" sz="40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Performance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24612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Operations Analytics Platform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3977640"/>
            <a:ext cx="0" cy="82296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3977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Harini Reddy Edunuri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4343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Candidate  |  Daxwell Project Submission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778240" y="1965960"/>
            <a:ext cx="2377440" cy="23774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8" name="Image 0" descr="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0" y="2651760"/>
            <a:ext cx="1005840" cy="10058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6035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99,441 real orders  |  Olist Brazilian E-Commerce, 2016–2018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6126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marketplace has hundreds of sellers shipping to customers across an entire country. Every order comes with a delivery promise. Operations teams need to know, continuously, which sellers or regions are missing those promises, why, and where to step in first.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8803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01752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2825496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Sellers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17320" y="3136392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 happens across many regions with very different logistics realities.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39319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069080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3877056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Promises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417320" y="4187952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order carries an estimated delivery date customers hold the business to.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49834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12064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4928616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Systematic Visibility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417320" y="5239512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system like this, ops finds out about a problem seller from complaints, not data.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7223760" y="1234440"/>
            <a:ext cx="4297680" cy="4846320"/>
          </a:xfrm>
          <a:prstGeom prst="roundRect">
            <a:avLst>
              <a:gd name="adj" fmla="val 2553"/>
            </a:avLst>
          </a:prstGeom>
          <a:solidFill>
            <a:srgbClr val="F4F6F9"/>
          </a:solidFill>
          <a:ln/>
        </p:spPr>
      </p:sp>
      <p:sp>
        <p:nvSpPr>
          <p:cNvPr id="17" name="Text 12"/>
          <p:cNvSpPr/>
          <p:nvPr/>
        </p:nvSpPr>
        <p:spPr>
          <a:xfrm>
            <a:off x="7589520" y="15544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real operational data,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cleaned sample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7589520" y="24231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99,441</a:t>
            </a:r>
            <a:endParaRPr lang="en-US" sz="3000" dirty="0"/>
          </a:p>
        </p:txBody>
      </p:sp>
      <p:sp>
        <p:nvSpPr>
          <p:cNvPr id="19" name="Text 14"/>
          <p:cNvSpPr/>
          <p:nvPr/>
        </p:nvSpPr>
        <p:spPr>
          <a:xfrm>
            <a:off x="7589520" y="295351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orders analyzed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7589520" y="33832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1,217</a:t>
            </a:r>
            <a:endParaRPr lang="en-US" sz="3000" dirty="0"/>
          </a:p>
        </p:txBody>
      </p:sp>
      <p:sp>
        <p:nvSpPr>
          <p:cNvPr id="21" name="Text 16"/>
          <p:cNvSpPr/>
          <p:nvPr/>
        </p:nvSpPr>
        <p:spPr>
          <a:xfrm>
            <a:off x="7589520" y="391363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evaluated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7589520" y="43434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91.9%</a:t>
            </a:r>
            <a:endParaRPr lang="en-US" sz="3000" dirty="0"/>
          </a:p>
        </p:txBody>
      </p:sp>
      <p:sp>
        <p:nvSpPr>
          <p:cNvPr id="23" name="Text 18"/>
          <p:cNvSpPr/>
          <p:nvPr/>
        </p:nvSpPr>
        <p:spPr>
          <a:xfrm>
            <a:off x="7589520" y="487375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on-time rate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7589520" y="53035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135</a:t>
            </a:r>
            <a:endParaRPr lang="en-US" sz="3000" dirty="0"/>
          </a:p>
        </p:txBody>
      </p:sp>
      <p:sp>
        <p:nvSpPr>
          <p:cNvPr id="25" name="Text 20"/>
          <p:cNvSpPr/>
          <p:nvPr/>
        </p:nvSpPr>
        <p:spPr>
          <a:xfrm>
            <a:off x="7589520" y="58338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statistically anomalous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End-to-End Approach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an AI-assisted recommendation, five stages, all built and tested.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1984248" cy="3566160"/>
          </a:xfrm>
          <a:prstGeom prst="roundRect">
            <a:avLst>
              <a:gd name="adj" fmla="val 4608"/>
            </a:avLst>
          </a:prstGeom>
          <a:solidFill>
            <a:srgbClr val="26306F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2331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04672" y="2743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88036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474720"/>
            <a:ext cx="16642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&amp; Validate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04672" y="4160520"/>
            <a:ext cx="166420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raw data, check it for real quality issues before trusting it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761488" y="2148840"/>
            <a:ext cx="1984248" cy="3566160"/>
          </a:xfrm>
          <a:prstGeom prst="roundRect">
            <a:avLst>
              <a:gd name="adj" fmla="val 4608"/>
            </a:avLst>
          </a:prstGeom>
          <a:solidFill>
            <a:srgbClr val="26306F"/>
          </a:solidFill>
          <a:ln/>
        </p:spPr>
      </p:sp>
      <p:sp>
        <p:nvSpPr>
          <p:cNvPr id="11" name="Text 8"/>
          <p:cNvSpPr/>
          <p:nvPr/>
        </p:nvSpPr>
        <p:spPr>
          <a:xfrm>
            <a:off x="2926080" y="2331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926080" y="2743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3" name="Image 1" descr="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2880360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26080" y="3474720"/>
            <a:ext cx="16642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Analyze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2926080" y="4160520"/>
            <a:ext cx="166420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clean data model, query it with SQL and Python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882896" y="2148840"/>
            <a:ext cx="1984248" cy="3566160"/>
          </a:xfrm>
          <a:prstGeom prst="roundRect">
            <a:avLst>
              <a:gd name="adj" fmla="val 4608"/>
            </a:avLst>
          </a:prstGeom>
          <a:solidFill>
            <a:srgbClr val="26306F"/>
          </a:solidFill>
          <a:ln/>
        </p:spPr>
      </p:sp>
      <p:sp>
        <p:nvSpPr>
          <p:cNvPr id="17" name="Text 13"/>
          <p:cNvSpPr/>
          <p:nvPr/>
        </p:nvSpPr>
        <p:spPr>
          <a:xfrm>
            <a:off x="5047488" y="2331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5047488" y="2743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9" name="Image 2" descr="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648" y="2880360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047488" y="3474720"/>
            <a:ext cx="16642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Anomalies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5047488" y="4160520"/>
            <a:ext cx="166420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statistically unusual sellers, not just slow ones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7004304" y="2148840"/>
            <a:ext cx="1984248" cy="3566160"/>
          </a:xfrm>
          <a:prstGeom prst="roundRect">
            <a:avLst>
              <a:gd name="adj" fmla="val 4608"/>
            </a:avLst>
          </a:prstGeom>
          <a:solidFill>
            <a:srgbClr val="26306F"/>
          </a:solidFill>
          <a:ln/>
        </p:spPr>
      </p:sp>
      <p:sp>
        <p:nvSpPr>
          <p:cNvPr id="23" name="Text 18"/>
          <p:cNvSpPr/>
          <p:nvPr/>
        </p:nvSpPr>
        <p:spPr>
          <a:xfrm>
            <a:off x="7168896" y="2331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7168896" y="2743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5" name="Image 3" descr="rob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6056" y="2880360"/>
            <a:ext cx="292608" cy="29260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168896" y="3474720"/>
            <a:ext cx="16642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Root-Cause Agent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7168896" y="4160520"/>
            <a:ext cx="166420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flagged sellers automatically, with a groundedness check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9125712" y="2148840"/>
            <a:ext cx="1984248" cy="3566160"/>
          </a:xfrm>
          <a:prstGeom prst="roundRect">
            <a:avLst>
              <a:gd name="adj" fmla="val 4608"/>
            </a:avLst>
          </a:prstGeom>
          <a:solidFill>
            <a:srgbClr val="26306F"/>
          </a:solidFill>
          <a:ln/>
        </p:spPr>
      </p:sp>
      <p:sp>
        <p:nvSpPr>
          <p:cNvPr id="29" name="Text 23"/>
          <p:cNvSpPr/>
          <p:nvPr/>
        </p:nvSpPr>
        <p:spPr>
          <a:xfrm>
            <a:off x="9290304" y="2331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30" name="Shape 24"/>
          <p:cNvSpPr/>
          <p:nvPr/>
        </p:nvSpPr>
        <p:spPr>
          <a:xfrm>
            <a:off x="9290304" y="27432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1" name="Image 4" descr="dashbo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7464" y="2880360"/>
            <a:ext cx="292608" cy="29260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290304" y="3474720"/>
            <a:ext cx="16642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Recommendations</a:t>
            </a:r>
            <a:endParaRPr lang="en-US" sz="1350" dirty="0"/>
          </a:p>
        </p:txBody>
      </p:sp>
      <p:sp>
        <p:nvSpPr>
          <p:cNvPr id="33" name="Text 26"/>
          <p:cNvSpPr/>
          <p:nvPr/>
        </p:nvSpPr>
        <p:spPr>
          <a:xfrm>
            <a:off x="9290304" y="4160520"/>
            <a:ext cx="166420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findings into decisions a stakeholder can act on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640080" y="6172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live code walkthrough and dashboard demo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2026-08-07T21:09:01Z</dcterms:created>
  <dcterms:modified xsi:type="dcterms:W3CDTF">2026-08-07T21:09:01Z</dcterms:modified>
</cp:coreProperties>
</file>